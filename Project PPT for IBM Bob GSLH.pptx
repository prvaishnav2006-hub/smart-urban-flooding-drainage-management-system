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319" r:id="rId2"/>
    <p:sldId id="291" r:id="rId3"/>
    <p:sldId id="292" r:id="rId4"/>
    <p:sldId id="293" r:id="rId5"/>
    <p:sldId id="294" r:id="rId6"/>
    <p:sldId id="295" r:id="rId7"/>
    <p:sldId id="296" r:id="rId8"/>
    <p:sldId id="310" r:id="rId9"/>
    <p:sldId id="311" r:id="rId10"/>
    <p:sldId id="312" r:id="rId11"/>
    <p:sldId id="313" r:id="rId12"/>
    <p:sldId id="316" r:id="rId13"/>
    <p:sldId id="299" r:id="rId14"/>
    <p:sldId id="301" r:id="rId15"/>
    <p:sldId id="302" r:id="rId16"/>
    <p:sldId id="303" r:id="rId17"/>
    <p:sldId id="304" r:id="rId18"/>
    <p:sldId id="315" r:id="rId19"/>
    <p:sldId id="305" r:id="rId20"/>
    <p:sldId id="314" r:id="rId21"/>
    <p:sldId id="308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>
        <p:scale>
          <a:sx n="100" d="100"/>
          <a:sy n="100" d="100"/>
        </p:scale>
        <p:origin x="102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58234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4223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9E1C0F14-DBDF-585A-E882-E2BF9647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7E6D42C4-06DC-AB21-7112-CEF37FBD5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954B99EC-4B17-0504-2C36-7D6C91B3C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04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D158B3-CBD8-B5E4-6B76-365327AB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010A094C-68D7-7C06-1676-FE4856468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9E3ED5FD-8C53-1F8E-D724-51F89F8FB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107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9508F664-A613-C49E-6808-FC67C002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C7AA89D1-36B1-C3BD-0BE6-28C6BBF7E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C720C9B-1798-C39A-D4BB-62F3C60E8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632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E1412E85-19BE-A4D2-3A42-8118C838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C19DA990-6141-A1FE-8846-7567C5399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78ED0245-E9EA-4854-4BC6-4C85ED385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94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1010730D-B05E-5843-B75E-442772C5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3B1B9E69-D5B7-1EDE-695B-8A72F215E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C97573FA-7DA9-832E-211C-9E472EC40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6474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6822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F99EC48D-986D-5759-BB30-643EB8E6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18B9E3A1-6FB8-9155-61D2-ACE1911D3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A030ED18-5AAE-8953-2668-AE98C5E83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727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5111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34725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IBM </a:t>
            </a:r>
            <a:r>
              <a:rPr lang="en-US" sz="3200" b="1" dirty="0" err="1"/>
              <a:t>SkillsBuild</a:t>
            </a:r>
            <a:r>
              <a:rPr lang="en-US" sz="3200" b="1" dirty="0"/>
              <a:t> Bob Hackathon Showcase – Gujarat, 2026 </a:t>
            </a:r>
            <a:br>
              <a:rPr lang="en-US" sz="3200" b="1" dirty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771" y="2816802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87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856256092"/>
              </p:ext>
            </p:extLst>
          </p:nvPr>
        </p:nvGraphicFramePr>
        <p:xfrm>
          <a:off x="1299257" y="211724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 smtClean="0"/>
                        <a:t>Vaishnav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Payal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Radheshyam</a:t>
                      </a: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smtClean="0"/>
                        <a:t>prvaishnav2006@gmail.com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smtClean="0"/>
                        <a:t>8238665128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</a:t>
            </a:r>
            <a:r>
              <a:rPr lang="en-US" sz="2800" b="1" dirty="0" smtClean="0"/>
              <a:t>– Urban Infrastructure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105516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Smart Urban Flooding &amp; Drainage Management System for Ahmedabad - </a:t>
            </a:r>
            <a:r>
              <a:rPr lang="en-US" sz="2800" b="1" dirty="0" smtClean="0"/>
              <a:t>Surat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754" y="3143417"/>
            <a:ext cx="851260" cy="107094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9" name="Google Shape;96;p2"/>
          <p:cNvGraphicFramePr/>
          <p:nvPr>
            <p:extLst>
              <p:ext uri="{D42A27DB-BD31-4B8C-83A1-F6EECF244321}">
                <p14:modId xmlns:p14="http://schemas.microsoft.com/office/powerpoint/2010/main" val="1776220998"/>
              </p:ext>
            </p:extLst>
          </p:nvPr>
        </p:nvGraphicFramePr>
        <p:xfrm>
          <a:off x="1314715" y="4357229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 smtClean="0"/>
                        <a:t>Faldu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Bansi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Kishorkumar</a:t>
                      </a:r>
                      <a:endParaRPr lang="en-US" sz="1400" dirty="0" smtClean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/>
                        <a:t>bansifaldu14@gmail.com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/>
                        <a:t>9726976917</a:t>
                      </a: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06" y="5384465"/>
            <a:ext cx="819806" cy="1093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044668"/>
            <a:ext cx="1141464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 smtClean="0"/>
              <a:t>The </a:t>
            </a:r>
            <a:r>
              <a:rPr lang="en-US" sz="2000" b="1" dirty="0"/>
              <a:t>Challenge</a:t>
            </a:r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Rapid urbanization in cities like Ahmedabad and Surat has outpaced </a:t>
            </a:r>
            <a:r>
              <a:rPr lang="en-US" sz="2000" dirty="0" smtClean="0"/>
              <a:t>storm water drainage infrastructure</a:t>
            </a:r>
            <a:r>
              <a:rPr lang="en-US" sz="2000" dirty="0"/>
              <a:t>, causing frequent monsoon flooding, traffic disruption, and property </a:t>
            </a:r>
            <a:r>
              <a:rPr lang="en-US" sz="2000" dirty="0" smtClean="0"/>
              <a:t>damage due </a:t>
            </a:r>
            <a:r>
              <a:rPr lang="en-US" sz="2000" dirty="0"/>
              <a:t>to poor predictive planning and delayed civic response. 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  <a:endParaRPr lang="en-US" sz="2000" dirty="0" smtClean="0"/>
          </a:p>
          <a:p>
            <a:r>
              <a:rPr lang="en-US" sz="2000" dirty="0" smtClean="0"/>
              <a:t>The main objective of the </a:t>
            </a:r>
            <a:r>
              <a:rPr lang="en-US" sz="2000" b="1" dirty="0" smtClean="0"/>
              <a:t>Smart Urban Flooding &amp; Drainage Management System</a:t>
            </a:r>
            <a:r>
              <a:rPr lang="en-US" sz="2000" dirty="0" smtClean="0"/>
              <a:t> is to develop an </a:t>
            </a:r>
            <a:r>
              <a:rPr lang="en-US" sz="2000" b="1" dirty="0" smtClean="0"/>
              <a:t>AI-powered platform</a:t>
            </a:r>
            <a:r>
              <a:rPr lang="en-US" sz="2000" dirty="0" smtClean="0"/>
              <a:t> that helps cities like Ahmedabad and Surat </a:t>
            </a:r>
            <a:r>
              <a:rPr lang="en-US" sz="2000" b="1" dirty="0" smtClean="0"/>
              <a:t>predict, monitor, and manage urban flooding</a:t>
            </a:r>
            <a:r>
              <a:rPr lang="en-US" sz="2000" dirty="0" smtClean="0"/>
              <a:t> more effectively.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system aims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Predict flood risks</a:t>
            </a:r>
            <a:r>
              <a:rPr lang="en-US" sz="2000" dirty="0"/>
              <a:t> using rainfall, drainage, and environmental data.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Monitor drainage conditions</a:t>
            </a:r>
            <a:r>
              <a:rPr lang="en-US" sz="2000" dirty="0"/>
              <a:t> and identify blocked or overloaded drains.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Provide real-time flood alerts</a:t>
            </a:r>
            <a:r>
              <a:rPr lang="en-US" sz="2000" dirty="0"/>
              <a:t> to citizens and municipal authorities.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Use AI-based analysis</a:t>
            </a:r>
            <a:r>
              <a:rPr lang="en-US" sz="2000" dirty="0"/>
              <a:t> to identify high-risk areas and support faster decision-making.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Improve emergency response</a:t>
            </a:r>
            <a:r>
              <a:rPr lang="en-US" sz="2000" dirty="0"/>
              <a:t> by helping authorities prioritize critical locations.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Reduce the impact of flooding</a:t>
            </a:r>
            <a:r>
              <a:rPr lang="en-US" sz="2000" dirty="0"/>
              <a:t> on people, traffic, property, and urban infrastructure.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Support better drainage planning</a:t>
            </a:r>
            <a:r>
              <a:rPr lang="en-US" sz="2000" dirty="0"/>
              <a:t> through historical and real-time data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246902"/>
            <a:ext cx="11276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r>
              <a:rPr lang="en-US" sz="2400" b="1" dirty="0" smtClean="0"/>
              <a:t>- </a:t>
            </a:r>
            <a:r>
              <a:rPr lang="en-IN" sz="2400" b="1" dirty="0"/>
              <a:t>Smart Urban Flooding &amp; Drainage Management System for Ahmedabad - Surat</a:t>
            </a:r>
            <a:r>
              <a:rPr lang="en-IN" sz="2400" dirty="0"/>
              <a:t> </a:t>
            </a:r>
            <a:br>
              <a:rPr lang="en-IN" sz="2400" dirty="0"/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6926"/>
            <a:ext cx="1060704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Develop </a:t>
            </a:r>
            <a:r>
              <a:rPr lang="en-US" sz="2000" dirty="0"/>
              <a:t>an </a:t>
            </a:r>
            <a:r>
              <a:rPr lang="en-US" sz="2000" b="1" dirty="0" err="1"/>
              <a:t>Agentic</a:t>
            </a:r>
            <a:r>
              <a:rPr lang="en-US" sz="2000" b="1" dirty="0"/>
              <a:t> AI-powered Smart Urban Flooding &amp; Drainage Management System</a:t>
            </a:r>
            <a:r>
              <a:rPr lang="en-US" sz="2000" dirty="0"/>
              <a:t> that integrates real-time weather data, </a:t>
            </a:r>
            <a:r>
              <a:rPr lang="en-US" sz="2000" dirty="0" err="1"/>
              <a:t>IoT</a:t>
            </a:r>
            <a:r>
              <a:rPr lang="en-US" sz="2000" dirty="0"/>
              <a:t> sensor data, historical flood records, and citizen reports to proactively manage urban flooding.</a:t>
            </a:r>
          </a:p>
          <a:p>
            <a:endParaRPr lang="en-US" b="1" dirty="0"/>
          </a:p>
          <a:p>
            <a:r>
              <a:rPr lang="en-US" sz="2000" b="1" dirty="0"/>
              <a:t>Key Capabilities</a:t>
            </a:r>
            <a:r>
              <a:rPr lang="en-US" sz="2000" b="1" dirty="0" smtClean="0"/>
              <a:t>:</a:t>
            </a:r>
          </a:p>
          <a:p>
            <a:endParaRPr lang="en-US" sz="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Predict </a:t>
            </a:r>
            <a:r>
              <a:rPr lang="en-US" sz="2000" b="1" dirty="0"/>
              <a:t>Flood-Prone Areas</a:t>
            </a:r>
            <a:r>
              <a:rPr lang="en-US" sz="2000" dirty="0"/>
              <a:t> using AI and rainfall forecasting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Optimize </a:t>
            </a:r>
            <a:r>
              <a:rPr lang="en-US" sz="2000" b="1" dirty="0"/>
              <a:t>Drainage Maintenance</a:t>
            </a:r>
            <a:r>
              <a:rPr lang="en-US" sz="2000" dirty="0"/>
              <a:t> by identifying drains likely to clog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Coordinate </a:t>
            </a:r>
            <a:r>
              <a:rPr lang="en-US" sz="2000" b="1" dirty="0"/>
              <a:t>Real-Time Emergency Response</a:t>
            </a:r>
            <a:r>
              <a:rPr lang="en-US" sz="2000" dirty="0"/>
              <a:t> with alerts, evacuation routes, and resource allocation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Enable </a:t>
            </a:r>
            <a:r>
              <a:rPr lang="en-US" sz="2000" b="1" dirty="0"/>
              <a:t>Citizen Flood Reporting</a:t>
            </a:r>
            <a:r>
              <a:rPr lang="en-US" sz="2000" dirty="0"/>
              <a:t> through location-based reports and images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Provide </a:t>
            </a:r>
            <a:r>
              <a:rPr lang="en-US" sz="2000" b="1" dirty="0"/>
              <a:t>a Smart Dashboard</a:t>
            </a:r>
            <a:r>
              <a:rPr lang="en-US" sz="2000" dirty="0"/>
              <a:t> with live flood maps, drainage status, and AI insights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Assess </a:t>
            </a:r>
            <a:r>
              <a:rPr lang="en-US" sz="2000" b="1" dirty="0"/>
              <a:t>Post-Flood Damage</a:t>
            </a:r>
            <a:r>
              <a:rPr lang="en-US" sz="2000" dirty="0"/>
              <a:t> to support faster recovery and planning.</a:t>
            </a:r>
          </a:p>
          <a:p>
            <a:endParaRPr lang="en-US" b="1" dirty="0"/>
          </a:p>
          <a:p>
            <a:r>
              <a:rPr lang="en-US" sz="2000" b="1" dirty="0"/>
              <a:t>Outcome:</a:t>
            </a:r>
            <a:r>
              <a:rPr lang="en-US" sz="2000" dirty="0"/>
              <a:t> Reduce urban flooding, minimize property damage and traffic disruption, improve civic response time, and enhance the resilience of Ahmedabad and Surat using </a:t>
            </a:r>
            <a:r>
              <a:rPr lang="en-US" sz="2000" b="1" dirty="0"/>
              <a:t>IBM Granite LLM, IBM </a:t>
            </a:r>
            <a:r>
              <a:rPr lang="en-US" sz="2000" b="1" dirty="0" err="1"/>
              <a:t>watsonx</a:t>
            </a:r>
            <a:r>
              <a:rPr lang="en-US" sz="2000" b="1" dirty="0"/>
              <a:t> Bob, and IBM Cloud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669584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189756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IBM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watsonx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Bob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Rapid AI application development and project generation.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IBM Granite LLM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Powers intelligent AI agents,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chatbot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report summarization, and decision support.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IBM Cloud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Cloud hosting, data storage, APIs, and scalable deployment.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React.js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Responsive and interactive frontend dashboard.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Node.js &amp; Express.js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Backend APIs and application logic.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MongoDB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/ IBM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Cloudant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Stores flood reports, sensor data, and user information.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Leaflet.js /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Mapbox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Interactive maps for flood-prone zones and live monitoring.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Weather API &amp;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IoT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Sensors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Provides real-time rainfall, water-level, and environmental data for flood prediction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863187"/>
            <a:ext cx="10384986" cy="563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66799"/>
            <a:ext cx="10149460" cy="55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AF7A05F8-6C8B-A51B-B050-0E9212E8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AAB01743-CD2D-F92D-BF92-DF9E50E45548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38225"/>
            <a:ext cx="10244710" cy="558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8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EC248B62-90B0-31EF-B033-CE55CB37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99445627-361C-FF92-A0E9-D6EFBDBAF34E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28700"/>
            <a:ext cx="10206610" cy="553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1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B39EB1CD-538A-7DBD-F4E9-052D9D7D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E349D72E-AB17-BA23-03A8-4F38FE7B6316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898747"/>
            <a:ext cx="10363200" cy="562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7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43221D92-1044-08AB-7B31-E72C3F63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28B03A33-D1CB-E189-2BFF-63C16430879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952500"/>
            <a:ext cx="10422510" cy="564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3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7F7BFD7F-A5BE-424E-04E4-955393FB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84A94F7B-91E0-E5F0-4040-54299340996D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976312"/>
            <a:ext cx="10511410" cy="571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0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</a:t>
            </a:r>
            <a:r>
              <a:rPr lang="en-US" sz="2800" b="1" dirty="0" err="1"/>
              <a:t>Agentic</a:t>
            </a:r>
            <a:r>
              <a:rPr lang="en-US" sz="2800" b="1" dirty="0"/>
              <a:t> AI in the solution Smart Urban Flooding &amp; Drainage Management System for Ahmedabad - Surat </a:t>
            </a:r>
          </a:p>
          <a:p>
            <a:r>
              <a:rPr lang="en-US" sz="2800" b="1" dirty="0" smtClean="0"/>
              <a:t>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736838"/>
            <a:ext cx="74066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Agentic</a:t>
            </a:r>
            <a:r>
              <a:rPr lang="en-US" sz="2000" dirty="0" smtClean="0"/>
              <a:t> </a:t>
            </a:r>
            <a:r>
              <a:rPr lang="en-US" sz="2000" dirty="0"/>
              <a:t>AI acts as the intelligent decision-making core of the </a:t>
            </a:r>
            <a:r>
              <a:rPr lang="en-US" sz="2000" b="1" dirty="0"/>
              <a:t>Smart Urban Flooding &amp; Drainage Management System</a:t>
            </a:r>
            <a:r>
              <a:rPr lang="en-US" sz="2000" dirty="0"/>
              <a:t>. Instead of performing a single task, multiple AI agents work collaboratively to analyze real-time weather data, </a:t>
            </a:r>
            <a:r>
              <a:rPr lang="en-US" sz="2000" dirty="0" err="1"/>
              <a:t>IoT</a:t>
            </a:r>
            <a:r>
              <a:rPr lang="en-US" sz="2000" dirty="0"/>
              <a:t> sensor readings, historical flood records, and citizen reports. These agents predict flood-prone areas, prioritize drainage maintenance, coordinate emergency response, generate actionable insights, and assess post-flood damage. By continuously monitoring data and making autonomous recommendations, </a:t>
            </a:r>
            <a:r>
              <a:rPr lang="en-US" sz="2000" dirty="0" err="1"/>
              <a:t>Agentic</a:t>
            </a:r>
            <a:r>
              <a:rPr lang="en-US" sz="2000" dirty="0"/>
              <a:t> AI enables faster decision-making, proactive flood management, efficient resource allocation, and improved public safety for Ahmedabad and Surat.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816977"/>
            <a:ext cx="10565590" cy="587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671836"/>
            <a:ext cx="10746507" cy="593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3" y="711199"/>
            <a:ext cx="10668432" cy="590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511277" y="484632"/>
            <a:ext cx="7389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11277" y="1181128"/>
            <a:ext cx="1130198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Agentic</a:t>
            </a:r>
            <a:r>
              <a:rPr lang="en-US" sz="2000" b="1" dirty="0" smtClean="0"/>
              <a:t> </a:t>
            </a:r>
            <a:r>
              <a:rPr lang="en-US" sz="2000" b="1" dirty="0"/>
              <a:t>AI-Based Decision Making</a:t>
            </a:r>
            <a:r>
              <a:rPr lang="en-US" sz="2000" dirty="0"/>
              <a:t> – Multiple AI agents collaborate autonomously to predict floods, schedule drainage maintenance, coordinate emergency response, and assess damage. </a:t>
            </a:r>
            <a:endParaRPr lang="en-US" sz="2000" dirty="0" smtClean="0"/>
          </a:p>
          <a:p>
            <a:endParaRPr lang="en-US" sz="1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Proactive </a:t>
            </a:r>
            <a:r>
              <a:rPr lang="en-US" sz="2000" b="1" dirty="0"/>
              <a:t>Flood Prediction</a:t>
            </a:r>
            <a:r>
              <a:rPr lang="en-US" sz="2000" dirty="0"/>
              <a:t> – Combines real-time weather forecasts, </a:t>
            </a:r>
            <a:r>
              <a:rPr lang="en-US" sz="2000" dirty="0" err="1"/>
              <a:t>IoT</a:t>
            </a:r>
            <a:r>
              <a:rPr lang="en-US" sz="2000" dirty="0"/>
              <a:t> sensor data, historical flood records, and GIS information to identify flood-prone areas before flooding occurs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Predictive </a:t>
            </a:r>
            <a:r>
              <a:rPr lang="en-US" sz="2000" b="1" dirty="0"/>
              <a:t>Drainage Maintenance</a:t>
            </a:r>
            <a:r>
              <a:rPr lang="en-US" sz="2000" dirty="0"/>
              <a:t> – Uses AI to prioritize drain cleaning based on blockage probability, reducing urban flooding instead of relying on fixed maintenance schedules.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Citizen-in-the-Loop Intelligence</a:t>
            </a:r>
            <a:r>
              <a:rPr lang="en-US" sz="2000" dirty="0"/>
              <a:t> – Citizens can report flooding with location and images, allowing AI to validate reports and provide real-time situational awareness.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Unified Smart Dashboard</a:t>
            </a:r>
            <a:r>
              <a:rPr lang="en-US" sz="2000" dirty="0"/>
              <a:t> – Integrates flood risk maps, live alerts, maintenance status, and emergency response into a single platform for municipal authorities.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AI Ecosystem</a:t>
            </a:r>
            <a:r>
              <a:rPr lang="en-US" sz="2000" dirty="0"/>
              <a:t> – Powered by </a:t>
            </a:r>
            <a:r>
              <a:rPr lang="en-US" sz="2000" b="1" dirty="0"/>
              <a:t>IBM </a:t>
            </a:r>
            <a:r>
              <a:rPr lang="en-US" sz="2000" b="1" dirty="0" err="1"/>
              <a:t>watsonx</a:t>
            </a:r>
            <a:r>
              <a:rPr lang="en-US" sz="2000" b="1" dirty="0"/>
              <a:t> Bob</a:t>
            </a:r>
            <a:r>
              <a:rPr lang="en-US" sz="2000" dirty="0"/>
              <a:t>, </a:t>
            </a:r>
            <a:r>
              <a:rPr lang="en-US" sz="2000" b="1" dirty="0"/>
              <a:t>IBM Granite LLM</a:t>
            </a:r>
            <a:r>
              <a:rPr lang="en-US" sz="2000" dirty="0"/>
              <a:t>, and </a:t>
            </a:r>
            <a:r>
              <a:rPr lang="en-US" sz="2000" b="1" dirty="0"/>
              <a:t>IBM Cloud</a:t>
            </a:r>
            <a:r>
              <a:rPr lang="en-US" sz="2000" dirty="0"/>
              <a:t> for intelligent automation, scalable deployment, and real-time decision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4D64937E-C9AD-3FA1-53E2-2ECBF2E4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F71D9F5B-66BF-4840-40E0-2713F56C5E64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1231BA06-8686-7E6D-BCEC-6F33D9928770}"/>
              </a:ext>
            </a:extLst>
          </p:cNvPr>
          <p:cNvSpPr/>
          <p:nvPr/>
        </p:nvSpPr>
        <p:spPr>
          <a:xfrm>
            <a:off x="1218724" y="1161332"/>
            <a:ext cx="10590838" cy="552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err="1"/>
              <a:t>IoT</a:t>
            </a:r>
            <a:r>
              <a:rPr lang="en-US" sz="2000" b="1" dirty="0"/>
              <a:t> Sensor Integration</a:t>
            </a:r>
            <a:r>
              <a:rPr lang="en-US" sz="2000" dirty="0"/>
              <a:t> – Deploy real-time sensors for rainfall, water level, drain blockage, and drainage capacity.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Satellite </a:t>
            </a:r>
            <a:r>
              <a:rPr lang="en-US" sz="2000" b="1" dirty="0"/>
              <a:t>&amp; Drone Monitoring</a:t>
            </a:r>
            <a:r>
              <a:rPr lang="en-US" sz="2000" dirty="0"/>
              <a:t> – Use satellite images and drones to identify flooded areas and damaged infrastructure.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Advanced </a:t>
            </a:r>
            <a:r>
              <a:rPr lang="en-US" sz="2000" b="1" dirty="0"/>
              <a:t>AI Prediction</a:t>
            </a:r>
            <a:r>
              <a:rPr lang="en-US" sz="2000" dirty="0"/>
              <a:t> – Improve flood prediction using real-time weather, historical flood, and drainage data.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Automated </a:t>
            </a:r>
            <a:r>
              <a:rPr lang="en-US" sz="2000" b="1" dirty="0"/>
              <a:t>Drainage Management</a:t>
            </a:r>
            <a:r>
              <a:rPr lang="en-US" sz="2000" dirty="0"/>
              <a:t> – Enable AI to automatically prioritize and schedule drain cleaning and maintenance.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Smart </a:t>
            </a:r>
            <a:r>
              <a:rPr lang="en-US" sz="2000" b="1" dirty="0"/>
              <a:t>Emergency Response</a:t>
            </a:r>
            <a:r>
              <a:rPr lang="en-US" sz="2000" dirty="0"/>
              <a:t> – Integrate with municipal teams, traffic police, ambulances, and disaster-management authorities for faster response.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Citizen </a:t>
            </a:r>
            <a:r>
              <a:rPr lang="en-US" sz="2000" b="1" dirty="0"/>
              <a:t>Mobile App</a:t>
            </a:r>
            <a:r>
              <a:rPr lang="en-US" sz="2000" dirty="0"/>
              <a:t> – Provide multilingual reporting, alerts, safety instructions, and live flood information.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Digital </a:t>
            </a:r>
            <a:r>
              <a:rPr lang="en-US" sz="2000" b="1" dirty="0"/>
              <a:t>Twin of the City</a:t>
            </a:r>
            <a:r>
              <a:rPr lang="en-US" sz="2000" dirty="0"/>
              <a:t> – Create a virtual model of Ahmedabad and Surat to simulate rainfall, drainage flow, and possible flood scenarios. </a:t>
            </a:r>
            <a:endParaRPr lang="en-US" sz="20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US" sz="500" dirty="0" smtClean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b="1" dirty="0" smtClean="0"/>
              <a:t>Scalable </a:t>
            </a:r>
            <a:r>
              <a:rPr lang="en-US" sz="2000" b="1" dirty="0"/>
              <a:t>Deployment</a:t>
            </a:r>
            <a:r>
              <a:rPr lang="en-US" sz="2000" dirty="0"/>
              <a:t> – Extend the system to other flood-prone cities across Gujarat and India.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3899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E4AB062-BFE8-81E7-7937-7FF058CA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6244D29-5E1E-8A40-F4D0-25314C4B736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4" y="1553832"/>
            <a:ext cx="5699790" cy="44087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921" y="1553833"/>
            <a:ext cx="5433222" cy="43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0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891" y="684581"/>
            <a:ext cx="4926305" cy="3065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07" y="3750517"/>
            <a:ext cx="10058400" cy="281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877</Words>
  <Application>Microsoft Office PowerPoint</Application>
  <PresentationFormat>Widescreen</PresentationFormat>
  <Paragraphs>122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IBM SkillsBuild Bob Hackathon Showcase – Gujarat, 2026 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SAINATH</cp:lastModifiedBy>
  <cp:revision>22</cp:revision>
  <dcterms:created xsi:type="dcterms:W3CDTF">2025-07-08T05:06:56Z</dcterms:created>
  <dcterms:modified xsi:type="dcterms:W3CDTF">2026-09-12T13:19:57Z</dcterms:modified>
</cp:coreProperties>
</file>